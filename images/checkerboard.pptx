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228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81991-DCF3-40EF-5C5A-45313B3AD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9EB53A-C83A-4BE5-B065-11502CD64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0B3FEC-917D-E730-BDF2-D825FBBB8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09CB38-C957-E4A2-4237-7D28FE7C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C74D3-110C-E398-4ED8-22E6005A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56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B0B86-CE85-C344-4C77-82DEF83F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5286EB-D8B3-9969-5B5C-F09DA4C05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653F5D-3EEC-42A5-1713-7A4EF5B0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101223-F37D-2782-6AC5-271C8040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896FCD-62C5-A8E5-2A2C-55C6CF11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881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45D7A-9267-BDF5-4A59-ED24C36D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9E6AE2-AF43-073B-3B3D-06C38241B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6B5289-7CCE-948E-F154-DD4FEE3E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B0859B-3198-9214-EEE9-94C09254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E8D67-E969-8748-ECB9-D35C4456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41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EA516-9EF0-6979-B5AC-D9CC9C7B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055059-9A67-D64F-DDDE-6B330C8F0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CCD33C-77FF-DB1B-0097-9FCCD5969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666D7E-17BB-621E-485A-52E1BF17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FC547C-1422-DAB8-2881-A4C035BDB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643A42-32CD-62C6-A837-16E83F69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3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2C2A4-DA14-25BD-0494-F06C0A5B7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7AF5CD-4319-E612-7C98-B6E46149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2A06B7-9E7C-BB97-0C76-6825E0797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68DC17-A4C9-02AC-09FC-1846CE227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DF0AA4-A35D-946D-6D36-DEF6682A5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69AE02-3648-2C75-DF4A-4AE56AA76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0DC2EF-59A6-EE16-36F6-9BC19A58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510B52-CDE9-857D-0EFC-BCF7FBBB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39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8FF48-2567-04DF-CB5B-5D4C8886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150F-9928-5F49-F7BC-7A740900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1EAF56-D33D-B818-CE41-07AD9985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9672BB-88B0-F06A-4769-3B68752C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54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32A30B-6360-D1C9-D625-66EAE70F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F8E4A9-CD7A-97A9-1F73-17C955E1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0C48B7-0077-A24C-E341-3ABB7402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93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EFE0B-7FF1-ECF0-AF77-3A4245CC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3162DA-1A51-B087-9AC3-09FDF1A53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8CECF1-1D72-408F-9CE2-BBBA5F0BF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FF6EA0-E9AA-3BA0-0FCB-241DE092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97EF9C-3014-DEC9-8C70-9D0476D6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9EC0F-98FB-46E3-B050-EF96ED4B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44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3EE89-7254-893D-EAF4-081735B0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0ACDA4-FFDC-8A92-9610-812DBB235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5E0F5-CA98-BAE5-0C7F-555062D93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997025-4C7C-936D-D3AF-CDDFD34E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01339A-C513-DCCD-EAB3-FEF685B5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9F4EC0-A55D-1B6E-5714-775E1A9A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4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5DB0D-13AC-CA2E-F36B-E93FF7B8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7520F7-B8D5-98F7-DE1D-17724A7AF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A27721-0779-D68C-BF27-3701FF2B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232947-082D-5E2F-3574-83FCFA35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0D7E9-EABE-756A-98C9-A111CFB3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9F85AF-601B-E271-43BC-429323442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AD829-A8F1-DFE7-0D8A-77826A70A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28AC8-088A-ED13-5BC7-22D0E65D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10EFCC-FAFC-B1B3-8FE3-CCB00CBE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16C91A-EE4E-6EF3-EB22-E50493E2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60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A60E94-1D63-1751-8B79-0AACE710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DE09C7-BF54-62D3-52F2-C35EED139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82F3D-3162-FC3D-FEE9-931E71925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14BA2-0C20-4AE8-BE0F-C0EA7CCB638C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1D0A1-C12F-179C-DB9E-4EF6002A5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01FF12-217E-5050-C02E-CB4F73F82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40F28-160F-43A9-82BE-9A88845E2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13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그룹 83">
            <a:extLst>
              <a:ext uri="{FF2B5EF4-FFF2-40B4-BE49-F238E27FC236}">
                <a16:creationId xmlns:a16="http://schemas.microsoft.com/office/drawing/2014/main" id="{80E1EAB8-583A-4F57-9D75-12F18EECF81B}"/>
              </a:ext>
            </a:extLst>
          </p:cNvPr>
          <p:cNvGrpSpPr/>
          <p:nvPr/>
        </p:nvGrpSpPr>
        <p:grpSpPr>
          <a:xfrm rot="16200000">
            <a:off x="3558418" y="837000"/>
            <a:ext cx="4536000" cy="5184000"/>
            <a:chOff x="3118338" y="1357532"/>
            <a:chExt cx="2520000" cy="288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ACD6D53-5560-EE78-A056-D4D7AE14B820}"/>
                </a:ext>
              </a:extLst>
            </p:cNvPr>
            <p:cNvSpPr/>
            <p:nvPr/>
          </p:nvSpPr>
          <p:spPr>
            <a:xfrm>
              <a:off x="3118338" y="135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CA710BF-E7EC-A918-2D1F-86B6B2F83F56}"/>
                </a:ext>
              </a:extLst>
            </p:cNvPr>
            <p:cNvSpPr/>
            <p:nvPr/>
          </p:nvSpPr>
          <p:spPr>
            <a:xfrm>
              <a:off x="3478338" y="135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D4C15FA-05C9-CA36-A36E-5EB6693E9434}"/>
                </a:ext>
              </a:extLst>
            </p:cNvPr>
            <p:cNvSpPr/>
            <p:nvPr/>
          </p:nvSpPr>
          <p:spPr>
            <a:xfrm>
              <a:off x="3838338" y="135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927AEC-967D-C74B-3193-ADBAF3812E23}"/>
                </a:ext>
              </a:extLst>
            </p:cNvPr>
            <p:cNvSpPr/>
            <p:nvPr/>
          </p:nvSpPr>
          <p:spPr>
            <a:xfrm>
              <a:off x="4198338" y="135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2ED4583-2436-0570-FF03-A85443266474}"/>
                </a:ext>
              </a:extLst>
            </p:cNvPr>
            <p:cNvSpPr/>
            <p:nvPr/>
          </p:nvSpPr>
          <p:spPr>
            <a:xfrm>
              <a:off x="4558338" y="135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4F1254E-908F-CBC2-B1CA-A16D9E15ED46}"/>
                </a:ext>
              </a:extLst>
            </p:cNvPr>
            <p:cNvSpPr/>
            <p:nvPr/>
          </p:nvSpPr>
          <p:spPr>
            <a:xfrm>
              <a:off x="4918338" y="135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6885016-D846-D1FC-D908-D4D34DA4A42B}"/>
                </a:ext>
              </a:extLst>
            </p:cNvPr>
            <p:cNvSpPr/>
            <p:nvPr/>
          </p:nvSpPr>
          <p:spPr>
            <a:xfrm>
              <a:off x="5278338" y="135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083391A-EA13-B045-93D7-B40F3A7017F1}"/>
                </a:ext>
              </a:extLst>
            </p:cNvPr>
            <p:cNvSpPr/>
            <p:nvPr/>
          </p:nvSpPr>
          <p:spPr>
            <a:xfrm>
              <a:off x="3478338" y="171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E5DA14E-7185-DB10-EDC8-A8670D6D4781}"/>
                </a:ext>
              </a:extLst>
            </p:cNvPr>
            <p:cNvSpPr/>
            <p:nvPr/>
          </p:nvSpPr>
          <p:spPr>
            <a:xfrm>
              <a:off x="3838338" y="171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763C54D-C1AC-E4A1-D746-65D1D794E224}"/>
                </a:ext>
              </a:extLst>
            </p:cNvPr>
            <p:cNvSpPr/>
            <p:nvPr/>
          </p:nvSpPr>
          <p:spPr>
            <a:xfrm>
              <a:off x="4198338" y="171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77C38A0-79A6-224C-9349-A299AB0A7F0E}"/>
                </a:ext>
              </a:extLst>
            </p:cNvPr>
            <p:cNvSpPr/>
            <p:nvPr/>
          </p:nvSpPr>
          <p:spPr>
            <a:xfrm>
              <a:off x="4558338" y="171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C809BCF-3B87-CE59-7947-73FD957EFC6D}"/>
                </a:ext>
              </a:extLst>
            </p:cNvPr>
            <p:cNvSpPr/>
            <p:nvPr/>
          </p:nvSpPr>
          <p:spPr>
            <a:xfrm>
              <a:off x="4918338" y="171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D59FB58-02BA-0105-1A36-7C1550BDEB68}"/>
                </a:ext>
              </a:extLst>
            </p:cNvPr>
            <p:cNvSpPr/>
            <p:nvPr/>
          </p:nvSpPr>
          <p:spPr>
            <a:xfrm>
              <a:off x="5278338" y="171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8221BD3-65FB-B244-FA95-AD0016142DCC}"/>
                </a:ext>
              </a:extLst>
            </p:cNvPr>
            <p:cNvSpPr/>
            <p:nvPr/>
          </p:nvSpPr>
          <p:spPr>
            <a:xfrm>
              <a:off x="3118338" y="171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CC4BF05-13B3-ECE5-E938-0BDE3EF71698}"/>
                </a:ext>
              </a:extLst>
            </p:cNvPr>
            <p:cNvSpPr/>
            <p:nvPr/>
          </p:nvSpPr>
          <p:spPr>
            <a:xfrm>
              <a:off x="3118338" y="207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97D147A-FD44-4303-17A5-8D3288207C9F}"/>
                </a:ext>
              </a:extLst>
            </p:cNvPr>
            <p:cNvSpPr/>
            <p:nvPr/>
          </p:nvSpPr>
          <p:spPr>
            <a:xfrm>
              <a:off x="3478338" y="207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3ADD78-13DD-CDB9-FD6B-F83D9D200917}"/>
                </a:ext>
              </a:extLst>
            </p:cNvPr>
            <p:cNvSpPr/>
            <p:nvPr/>
          </p:nvSpPr>
          <p:spPr>
            <a:xfrm>
              <a:off x="3838338" y="207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BA8DA93-8B57-2AB8-60D7-DE57595C9A33}"/>
                </a:ext>
              </a:extLst>
            </p:cNvPr>
            <p:cNvSpPr/>
            <p:nvPr/>
          </p:nvSpPr>
          <p:spPr>
            <a:xfrm>
              <a:off x="4198338" y="207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FA4EED7-89BF-F7AD-6738-0F2A10CF9300}"/>
                </a:ext>
              </a:extLst>
            </p:cNvPr>
            <p:cNvSpPr/>
            <p:nvPr/>
          </p:nvSpPr>
          <p:spPr>
            <a:xfrm>
              <a:off x="4558338" y="207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FBF5DB0-6E60-E66A-8310-7A9EC22EEE94}"/>
                </a:ext>
              </a:extLst>
            </p:cNvPr>
            <p:cNvSpPr/>
            <p:nvPr/>
          </p:nvSpPr>
          <p:spPr>
            <a:xfrm>
              <a:off x="4918338" y="207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710AD8D-70AB-3CD4-520F-26B9997BE296}"/>
                </a:ext>
              </a:extLst>
            </p:cNvPr>
            <p:cNvSpPr/>
            <p:nvPr/>
          </p:nvSpPr>
          <p:spPr>
            <a:xfrm>
              <a:off x="5278338" y="207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3310796-F315-68BC-CAA7-753F16DF8059}"/>
                </a:ext>
              </a:extLst>
            </p:cNvPr>
            <p:cNvSpPr/>
            <p:nvPr/>
          </p:nvSpPr>
          <p:spPr>
            <a:xfrm>
              <a:off x="3478338" y="243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9972CA5-E9F9-5E0C-2523-EA70551F117C}"/>
                </a:ext>
              </a:extLst>
            </p:cNvPr>
            <p:cNvSpPr/>
            <p:nvPr/>
          </p:nvSpPr>
          <p:spPr>
            <a:xfrm>
              <a:off x="3838338" y="243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715E8FE-C2E3-FD0F-5207-EB393598A743}"/>
                </a:ext>
              </a:extLst>
            </p:cNvPr>
            <p:cNvSpPr/>
            <p:nvPr/>
          </p:nvSpPr>
          <p:spPr>
            <a:xfrm>
              <a:off x="4198338" y="243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CA1F6AE-8DF4-2343-D3B2-37EEAADFDBCA}"/>
                </a:ext>
              </a:extLst>
            </p:cNvPr>
            <p:cNvSpPr/>
            <p:nvPr/>
          </p:nvSpPr>
          <p:spPr>
            <a:xfrm>
              <a:off x="4558338" y="243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4A901D2-F8CC-AA3A-A4C2-12942723BCE9}"/>
                </a:ext>
              </a:extLst>
            </p:cNvPr>
            <p:cNvSpPr/>
            <p:nvPr/>
          </p:nvSpPr>
          <p:spPr>
            <a:xfrm>
              <a:off x="4918338" y="243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53AE274-2A51-9A3E-0C92-0D13845503D0}"/>
                </a:ext>
              </a:extLst>
            </p:cNvPr>
            <p:cNvSpPr/>
            <p:nvPr/>
          </p:nvSpPr>
          <p:spPr>
            <a:xfrm>
              <a:off x="5278338" y="243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F59AB15-E768-E451-7092-AF59C65C27CF}"/>
                </a:ext>
              </a:extLst>
            </p:cNvPr>
            <p:cNvSpPr/>
            <p:nvPr/>
          </p:nvSpPr>
          <p:spPr>
            <a:xfrm>
              <a:off x="3118338" y="243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5144D7A-2F45-E446-59E5-66FCB0B61DA2}"/>
                </a:ext>
              </a:extLst>
            </p:cNvPr>
            <p:cNvSpPr/>
            <p:nvPr/>
          </p:nvSpPr>
          <p:spPr>
            <a:xfrm>
              <a:off x="3118338" y="279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2E5F6E9-3415-7519-BA01-07C01D87EDD9}"/>
                </a:ext>
              </a:extLst>
            </p:cNvPr>
            <p:cNvSpPr/>
            <p:nvPr/>
          </p:nvSpPr>
          <p:spPr>
            <a:xfrm>
              <a:off x="3478338" y="279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FD309398-7EAE-EE34-8350-ECEEDBA1490A}"/>
                </a:ext>
              </a:extLst>
            </p:cNvPr>
            <p:cNvSpPr/>
            <p:nvPr/>
          </p:nvSpPr>
          <p:spPr>
            <a:xfrm>
              <a:off x="3838338" y="279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A9EB982-5AB3-45B0-8640-5E3BED6E5307}"/>
                </a:ext>
              </a:extLst>
            </p:cNvPr>
            <p:cNvSpPr/>
            <p:nvPr/>
          </p:nvSpPr>
          <p:spPr>
            <a:xfrm>
              <a:off x="4198338" y="279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06CB178-FEFE-ECED-AE44-F50634509FFC}"/>
                </a:ext>
              </a:extLst>
            </p:cNvPr>
            <p:cNvSpPr/>
            <p:nvPr/>
          </p:nvSpPr>
          <p:spPr>
            <a:xfrm>
              <a:off x="4558338" y="279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394DA89-78F6-552A-5140-44AB6AA988E3}"/>
                </a:ext>
              </a:extLst>
            </p:cNvPr>
            <p:cNvSpPr/>
            <p:nvPr/>
          </p:nvSpPr>
          <p:spPr>
            <a:xfrm>
              <a:off x="4918338" y="279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5628B4B-7C63-03D6-5D84-2E378F046325}"/>
                </a:ext>
              </a:extLst>
            </p:cNvPr>
            <p:cNvSpPr/>
            <p:nvPr/>
          </p:nvSpPr>
          <p:spPr>
            <a:xfrm>
              <a:off x="5278338" y="279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845070D-7079-01BE-F47C-6D62E93C44E8}"/>
                </a:ext>
              </a:extLst>
            </p:cNvPr>
            <p:cNvSpPr/>
            <p:nvPr/>
          </p:nvSpPr>
          <p:spPr>
            <a:xfrm>
              <a:off x="3478338" y="315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50D265D-CF44-DDD5-F135-B3ECDC45B5EF}"/>
                </a:ext>
              </a:extLst>
            </p:cNvPr>
            <p:cNvSpPr/>
            <p:nvPr/>
          </p:nvSpPr>
          <p:spPr>
            <a:xfrm>
              <a:off x="3838338" y="315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2E3CF39-15A6-8F84-FDD4-4B433DEF906A}"/>
                </a:ext>
              </a:extLst>
            </p:cNvPr>
            <p:cNvSpPr/>
            <p:nvPr/>
          </p:nvSpPr>
          <p:spPr>
            <a:xfrm>
              <a:off x="4198338" y="315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6242A49-417D-F1B7-EA9D-083CCB7AD893}"/>
                </a:ext>
              </a:extLst>
            </p:cNvPr>
            <p:cNvSpPr/>
            <p:nvPr/>
          </p:nvSpPr>
          <p:spPr>
            <a:xfrm>
              <a:off x="4558338" y="315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CC12683-77F6-F234-A29D-8AC6704510CA}"/>
                </a:ext>
              </a:extLst>
            </p:cNvPr>
            <p:cNvSpPr/>
            <p:nvPr/>
          </p:nvSpPr>
          <p:spPr>
            <a:xfrm>
              <a:off x="4918338" y="315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6F3F40AD-C991-CCEC-C072-3DD668B8DF62}"/>
                </a:ext>
              </a:extLst>
            </p:cNvPr>
            <p:cNvSpPr/>
            <p:nvPr/>
          </p:nvSpPr>
          <p:spPr>
            <a:xfrm>
              <a:off x="5278338" y="315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4B0A35E-043C-40F0-E984-A85009689ACC}"/>
                </a:ext>
              </a:extLst>
            </p:cNvPr>
            <p:cNvSpPr/>
            <p:nvPr/>
          </p:nvSpPr>
          <p:spPr>
            <a:xfrm>
              <a:off x="3118338" y="315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86E42BE-8D2D-8D7C-4599-5C0CDC0A2DDE}"/>
                </a:ext>
              </a:extLst>
            </p:cNvPr>
            <p:cNvSpPr/>
            <p:nvPr/>
          </p:nvSpPr>
          <p:spPr>
            <a:xfrm>
              <a:off x="3118338" y="351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5148ECC-E72E-2684-6C5E-8DAD3273E39D}"/>
                </a:ext>
              </a:extLst>
            </p:cNvPr>
            <p:cNvSpPr/>
            <p:nvPr/>
          </p:nvSpPr>
          <p:spPr>
            <a:xfrm>
              <a:off x="3478338" y="351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E69706E-4F1A-475F-E52A-2F9779955545}"/>
                </a:ext>
              </a:extLst>
            </p:cNvPr>
            <p:cNvSpPr/>
            <p:nvPr/>
          </p:nvSpPr>
          <p:spPr>
            <a:xfrm>
              <a:off x="3838338" y="351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19A39C5B-CC7B-6C80-DA0F-D21A1F193546}"/>
                </a:ext>
              </a:extLst>
            </p:cNvPr>
            <p:cNvSpPr/>
            <p:nvPr/>
          </p:nvSpPr>
          <p:spPr>
            <a:xfrm>
              <a:off x="4198338" y="351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166BB3C-7E8C-A41A-7111-9E7C1954FF4D}"/>
                </a:ext>
              </a:extLst>
            </p:cNvPr>
            <p:cNvSpPr/>
            <p:nvPr/>
          </p:nvSpPr>
          <p:spPr>
            <a:xfrm>
              <a:off x="4558338" y="351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52622BF-B185-71BA-47B3-92650C880C0C}"/>
                </a:ext>
              </a:extLst>
            </p:cNvPr>
            <p:cNvSpPr/>
            <p:nvPr/>
          </p:nvSpPr>
          <p:spPr>
            <a:xfrm>
              <a:off x="4918338" y="351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E45A3255-7260-201B-5D53-18953B93D705}"/>
                </a:ext>
              </a:extLst>
            </p:cNvPr>
            <p:cNvSpPr/>
            <p:nvPr/>
          </p:nvSpPr>
          <p:spPr>
            <a:xfrm>
              <a:off x="5278338" y="351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53C75F96-2DA6-4E0B-04F6-0150257B40C9}"/>
                </a:ext>
              </a:extLst>
            </p:cNvPr>
            <p:cNvSpPr/>
            <p:nvPr/>
          </p:nvSpPr>
          <p:spPr>
            <a:xfrm>
              <a:off x="3478338" y="387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400255E2-C68E-C066-E36A-2A7202F3DF0C}"/>
                </a:ext>
              </a:extLst>
            </p:cNvPr>
            <p:cNvSpPr/>
            <p:nvPr/>
          </p:nvSpPr>
          <p:spPr>
            <a:xfrm>
              <a:off x="3838338" y="387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81574FA-E700-2B74-C3C3-6EB14CD3DA21}"/>
                </a:ext>
              </a:extLst>
            </p:cNvPr>
            <p:cNvSpPr/>
            <p:nvPr/>
          </p:nvSpPr>
          <p:spPr>
            <a:xfrm>
              <a:off x="4198338" y="387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9F10E0D-F158-1A09-77CC-F745A6F5008F}"/>
                </a:ext>
              </a:extLst>
            </p:cNvPr>
            <p:cNvSpPr/>
            <p:nvPr/>
          </p:nvSpPr>
          <p:spPr>
            <a:xfrm>
              <a:off x="4558338" y="387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5BDF5B1-4795-16DC-5C87-5753B2B8AAD5}"/>
                </a:ext>
              </a:extLst>
            </p:cNvPr>
            <p:cNvSpPr/>
            <p:nvPr/>
          </p:nvSpPr>
          <p:spPr>
            <a:xfrm>
              <a:off x="4918338" y="387753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AF9E2853-2134-35D0-367E-5BFF2CD812C8}"/>
                </a:ext>
              </a:extLst>
            </p:cNvPr>
            <p:cNvSpPr/>
            <p:nvPr/>
          </p:nvSpPr>
          <p:spPr>
            <a:xfrm>
              <a:off x="5278338" y="387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DD8F61B9-0639-BFDA-3859-83D329042102}"/>
                </a:ext>
              </a:extLst>
            </p:cNvPr>
            <p:cNvSpPr/>
            <p:nvPr/>
          </p:nvSpPr>
          <p:spPr>
            <a:xfrm>
              <a:off x="3118338" y="3877532"/>
              <a:ext cx="360000" cy="3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73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주현 문</dc:creator>
  <cp:lastModifiedBy>주현 문</cp:lastModifiedBy>
  <cp:revision>1</cp:revision>
  <cp:lastPrinted>2026-02-10T07:26:52Z</cp:lastPrinted>
  <dcterms:created xsi:type="dcterms:W3CDTF">2026-02-10T07:18:56Z</dcterms:created>
  <dcterms:modified xsi:type="dcterms:W3CDTF">2026-02-10T07:41:57Z</dcterms:modified>
</cp:coreProperties>
</file>