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6" autoAdjust="0"/>
    <p:restoredTop sz="94660"/>
  </p:normalViewPr>
  <p:slideViewPr>
    <p:cSldViewPr snapToGrid="0">
      <p:cViewPr>
        <p:scale>
          <a:sx n="75" d="100"/>
          <a:sy n="75" d="100"/>
        </p:scale>
        <p:origin x="941" y="29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3F39AC4-BFFD-EF41-4989-27D0FB27C69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F8716768-84B1-5AEC-7CA9-B67716974A2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C280D8D-0957-254B-6127-2A7B4A32A5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435FB5-0B67-45F6-8A0D-BF174DE11C7A}" type="datetimeFigureOut">
              <a:rPr lang="ko-KR" altLang="en-US" smtClean="0"/>
              <a:t>2026-02-05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66C1229-B011-942F-D716-A1A6459FF2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46C3C73-96D7-CBD8-BE14-1809EDB540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70F90-0BC4-4D11-87AF-B973F9B8817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3813285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CDE97D5-E891-1766-B3FE-51204CA751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3E59B35-8525-57C1-387C-42F2736441A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91F056D-8322-7FB8-0363-9301D39C0C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435FB5-0B67-45F6-8A0D-BF174DE11C7A}" type="datetimeFigureOut">
              <a:rPr lang="ko-KR" altLang="en-US" smtClean="0"/>
              <a:t>2026-02-05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19E5B52-9522-257B-1F31-CEB9F81B5D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AAB54BC-4250-9A17-2A0E-5202BC8D3A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70F90-0BC4-4D11-87AF-B973F9B8817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3383180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44BBB24-95FD-4A2D-7D38-419DE2B4AD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0CB7003C-57BE-D21A-9BD2-4F629122CFA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9D35E42-7997-3DF6-175C-047D2DD19D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435FB5-0B67-45F6-8A0D-BF174DE11C7A}" type="datetimeFigureOut">
              <a:rPr lang="ko-KR" altLang="en-US" smtClean="0"/>
              <a:t>2026-02-05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9EF2125A-E1FC-C00A-C822-4CC1D2E08E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A6EF891-2FBB-907B-6B52-7E839BBC41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70F90-0BC4-4D11-87AF-B973F9B8817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4845892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EC26BF8-034A-01C9-2D58-983845C2B0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09ACDA1-F43E-FEEB-E2FF-EC6924EF519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C7D69B04-B039-1013-0499-B10CF928680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DD30FCFE-0E81-B917-0659-87AFF47F1D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435FB5-0B67-45F6-8A0D-BF174DE11C7A}" type="datetimeFigureOut">
              <a:rPr lang="ko-KR" altLang="en-US" smtClean="0"/>
              <a:t>2026-02-05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EEDB4582-945A-0079-47EA-501B3BBD7D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F0337726-966A-0345-E06B-211BD24A01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70F90-0BC4-4D11-87AF-B973F9B8817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5192232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38060C5-1BB9-F04B-5C33-ECB2EB8EB8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ABDF9098-D532-BC3D-6CCC-E2314EF09E7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F5042774-04D0-9804-7D3D-B63C5FEF99D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E2870D98-D6B8-F4A7-7222-0C3D20D13A9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8D80D69A-DAF9-ABCB-3881-59444FB32AC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EA87822B-9626-E8F7-4564-AFEFC85FD2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435FB5-0B67-45F6-8A0D-BF174DE11C7A}" type="datetimeFigureOut">
              <a:rPr lang="ko-KR" altLang="en-US" smtClean="0"/>
              <a:t>2026-02-05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3DDAA5B9-F0D4-C897-0FB1-AB5FA9B88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FB3ED483-43B1-7BDF-086F-B1D5DE3C21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70F90-0BC4-4D11-87AF-B973F9B8817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297615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818B2BF-3A73-5FE9-BFC9-0C73F4AA26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10DCEBAB-BE70-9A13-961C-988ECB1B94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435FB5-0B67-45F6-8A0D-BF174DE11C7A}" type="datetimeFigureOut">
              <a:rPr lang="ko-KR" altLang="en-US" smtClean="0"/>
              <a:t>2026-02-05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53855DD6-87A7-F897-C53E-DD8EE6A5A3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15E894B6-B720-4DE4-819B-114742B2EF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70F90-0BC4-4D11-87AF-B973F9B8817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127034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81876CCC-A494-1A93-23CA-3F46EE30A1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435FB5-0B67-45F6-8A0D-BF174DE11C7A}" type="datetimeFigureOut">
              <a:rPr lang="ko-KR" altLang="en-US" smtClean="0"/>
              <a:t>2026-02-05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E90332A7-DF3F-071A-A228-AC18F4E29B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9CF3DE6-746A-D979-3136-4A8F795E93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70F90-0BC4-4D11-87AF-B973F9B8817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9184792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34BA1AA-9099-7846-38B2-F3EE5ED707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997DC14-0C72-521A-6B30-B312D5A4A4D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B18FF830-86CE-00F9-27B7-5B3AC3835A7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69B0647E-D1E3-083B-C956-1110519392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435FB5-0B67-45F6-8A0D-BF174DE11C7A}" type="datetimeFigureOut">
              <a:rPr lang="ko-KR" altLang="en-US" smtClean="0"/>
              <a:t>2026-02-05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E7912DC1-4FAE-4705-8841-A7AB3A8AFE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75032255-D2A3-F04E-5CF0-67BF4D6C9B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70F90-0BC4-4D11-87AF-B973F9B8817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6545347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5845BA8-5D0C-FE8C-A038-10A29592AF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D1D94CD5-61BC-F306-1B5A-BFA91DCFD75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8CFEA899-FB70-46B2-B4B8-E5BB5ADF314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4F3A4CFB-2673-92C7-FC53-A43F43098C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435FB5-0B67-45F6-8A0D-BF174DE11C7A}" type="datetimeFigureOut">
              <a:rPr lang="ko-KR" altLang="en-US" smtClean="0"/>
              <a:t>2026-02-05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7282B260-2FA2-7226-8644-DA6983B36F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9FFD3466-C785-C525-EA12-DDC2304920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70F90-0BC4-4D11-87AF-B973F9B8817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9897036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A438345-C51C-B351-AEDB-3A94C6E394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D8EAE724-D1B9-0D20-F848-C4F4331FFFE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F82C835-986F-07FD-5BA9-27001DB95F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435FB5-0B67-45F6-8A0D-BF174DE11C7A}" type="datetimeFigureOut">
              <a:rPr lang="ko-KR" altLang="en-US" smtClean="0"/>
              <a:t>2026-02-05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A5E121F-D67C-820B-5472-5D4E8477C0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8C0E5B2-DB33-466A-384E-B5B921D72C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70F90-0BC4-4D11-87AF-B973F9B8817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2268266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79F90588-A72A-1C8F-E2D3-0E0C3C63FDC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8FD29EF2-4C54-B5AF-F39D-237003A7871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4D3F068-D07D-0865-427B-9C6E78D813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435FB5-0B67-45F6-8A0D-BF174DE11C7A}" type="datetimeFigureOut">
              <a:rPr lang="ko-KR" altLang="en-US" smtClean="0"/>
              <a:t>2026-02-05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2E1C128-F246-B64D-02C2-9640E2C213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4A47E7C-4040-B198-B9DC-43B8DB8355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70F90-0BC4-4D11-87AF-B973F9B8817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2069644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7283D87C-9B5D-4AC8-9B57-6CDB001A61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A0D942C2-61AA-6D1B-A6CC-59E368F02EB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743EFFE-C066-70D2-5D56-4A3F76F0767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1435FB5-0B67-45F6-8A0D-BF174DE11C7A}" type="datetimeFigureOut">
              <a:rPr lang="ko-KR" altLang="en-US" smtClean="0"/>
              <a:t>2026-02-05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332FE93-FCEC-D6DE-BEB7-7B2FEA81508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34387D0-7E6D-DF3F-B654-E59D4D8FB2F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1F70F90-0BC4-4D11-87AF-B973F9B8817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50471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jp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" name="그룹 21">
            <a:extLst>
              <a:ext uri="{FF2B5EF4-FFF2-40B4-BE49-F238E27FC236}">
                <a16:creationId xmlns:a16="http://schemas.microsoft.com/office/drawing/2014/main" id="{469FA308-8478-888F-8934-9EEF5DF8DDD7}"/>
              </a:ext>
            </a:extLst>
          </p:cNvPr>
          <p:cNvGrpSpPr/>
          <p:nvPr/>
        </p:nvGrpSpPr>
        <p:grpSpPr>
          <a:xfrm>
            <a:off x="2580112" y="173990"/>
            <a:ext cx="6181090" cy="6181090"/>
            <a:chOff x="2548215" y="173990"/>
            <a:chExt cx="6181090" cy="6181090"/>
          </a:xfrm>
        </p:grpSpPr>
        <p:pic>
          <p:nvPicPr>
            <p:cNvPr id="1026" name="Picture 2" descr="Stainless Steel Circular Plate, Thickness : &gt;5 mm at ₹ 230/kg in Bhopal">
              <a:extLst>
                <a:ext uri="{FF2B5EF4-FFF2-40B4-BE49-F238E27FC236}">
                  <a16:creationId xmlns:a16="http://schemas.microsoft.com/office/drawing/2014/main" id="{BA1797D3-494B-1AD1-6E7B-6BAFCB71516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548215" y="173990"/>
              <a:ext cx="6181090" cy="618109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5" name="그림 14">
              <a:extLst>
                <a:ext uri="{FF2B5EF4-FFF2-40B4-BE49-F238E27FC236}">
                  <a16:creationId xmlns:a16="http://schemas.microsoft.com/office/drawing/2014/main" id="{85FF3A75-3444-908A-7D85-1E784ED61C8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 rot="10800000">
              <a:off x="6604635" y="1475119"/>
              <a:ext cx="1304657" cy="1298561"/>
            </a:xfrm>
            <a:prstGeom prst="rect">
              <a:avLst/>
            </a:prstGeom>
            <a:scene3d>
              <a:camera prst="perspectiveBelow" fov="6900000">
                <a:rot lat="1800000" lon="0" rev="0"/>
              </a:camera>
              <a:lightRig rig="threePt" dir="t"/>
            </a:scene3d>
          </p:spPr>
        </p:pic>
        <p:pic>
          <p:nvPicPr>
            <p:cNvPr id="18" name="그림 17">
              <a:extLst>
                <a:ext uri="{FF2B5EF4-FFF2-40B4-BE49-F238E27FC236}">
                  <a16:creationId xmlns:a16="http://schemas.microsoft.com/office/drawing/2014/main" id="{3C06875E-2E6E-05E2-6FF6-704FC802B9E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3484611" y="1700729"/>
              <a:ext cx="1298561" cy="1292464"/>
            </a:xfrm>
            <a:prstGeom prst="rect">
              <a:avLst/>
            </a:prstGeom>
            <a:scene3d>
              <a:camera prst="perspectiveRelaxedModerately">
                <a:rot lat="1800000" lon="0" rev="0"/>
              </a:camera>
              <a:lightRig rig="threePt" dir="t"/>
            </a:scene3d>
          </p:spPr>
        </p:pic>
        <p:pic>
          <p:nvPicPr>
            <p:cNvPr id="21" name="그림 20">
              <a:extLst>
                <a:ext uri="{FF2B5EF4-FFF2-40B4-BE49-F238E27FC236}">
                  <a16:creationId xmlns:a16="http://schemas.microsoft.com/office/drawing/2014/main" id="{EF972280-EE1F-BCC2-DF8D-B79B26C3C213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 rot="10800000">
              <a:off x="5351740" y="4173180"/>
              <a:ext cx="914479" cy="914479"/>
            </a:xfrm>
            <a:prstGeom prst="rect">
              <a:avLst/>
            </a:prstGeom>
            <a:scene3d>
              <a:camera prst="perspectiveRelaxedModerately" fov="2700000">
                <a:rot lat="1800000" lon="0" rev="0"/>
              </a:camera>
              <a:lightRig rig="threePt" dir="t"/>
            </a:scene3d>
          </p:spPr>
        </p:pic>
      </p:grpSp>
    </p:spTree>
    <p:extLst>
      <p:ext uri="{BB962C8B-B14F-4D97-AF65-F5344CB8AC3E}">
        <p14:creationId xmlns:p14="http://schemas.microsoft.com/office/powerpoint/2010/main" val="289141770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" name="그룹 23">
            <a:extLst>
              <a:ext uri="{FF2B5EF4-FFF2-40B4-BE49-F238E27FC236}">
                <a16:creationId xmlns:a16="http://schemas.microsoft.com/office/drawing/2014/main" id="{E4951DF3-A628-62BE-6463-27884BCC4D4A}"/>
              </a:ext>
            </a:extLst>
          </p:cNvPr>
          <p:cNvGrpSpPr/>
          <p:nvPr/>
        </p:nvGrpSpPr>
        <p:grpSpPr>
          <a:xfrm>
            <a:off x="1926417" y="817171"/>
            <a:ext cx="6181090" cy="6181090"/>
            <a:chOff x="1926417" y="817171"/>
            <a:chExt cx="6181090" cy="6181090"/>
          </a:xfrm>
        </p:grpSpPr>
        <p:grpSp>
          <p:nvGrpSpPr>
            <p:cNvPr id="21" name="그룹 20">
              <a:extLst>
                <a:ext uri="{FF2B5EF4-FFF2-40B4-BE49-F238E27FC236}">
                  <a16:creationId xmlns:a16="http://schemas.microsoft.com/office/drawing/2014/main" id="{2403C100-AEC6-3273-E174-A817D3B7BD3C}"/>
                </a:ext>
              </a:extLst>
            </p:cNvPr>
            <p:cNvGrpSpPr/>
            <p:nvPr/>
          </p:nvGrpSpPr>
          <p:grpSpPr>
            <a:xfrm>
              <a:off x="1926417" y="817171"/>
              <a:ext cx="6181090" cy="6181090"/>
              <a:chOff x="2016587" y="386641"/>
              <a:chExt cx="6181090" cy="6181090"/>
            </a:xfrm>
          </p:grpSpPr>
          <p:pic>
            <p:nvPicPr>
              <p:cNvPr id="3" name="Picture 2" descr="Stainless Steel Circular Plate, Thickness : &gt;5 mm at ₹ 230/kg in Bhopal">
                <a:extLst>
                  <a:ext uri="{FF2B5EF4-FFF2-40B4-BE49-F238E27FC236}">
                    <a16:creationId xmlns:a16="http://schemas.microsoft.com/office/drawing/2014/main" id="{BA0F8310-ED78-6EF0-1257-50C443267BF0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016587" y="386641"/>
                <a:ext cx="6181090" cy="618109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6" name="그림 15" descr="패턴, 사각형, 예술, 직사각형이(가) 표시된 사진&#10;&#10;AI 생성 콘텐츠는 정확하지 않을 수 있습니다.">
                <a:extLst>
                  <a:ext uri="{FF2B5EF4-FFF2-40B4-BE49-F238E27FC236}">
                    <a16:creationId xmlns:a16="http://schemas.microsoft.com/office/drawing/2014/main" id="{3F0E591A-D21F-901E-5F2F-77B776B926F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117254" y="1453160"/>
                <a:ext cx="685799" cy="685799"/>
              </a:xfrm>
              <a:prstGeom prst="rect">
                <a:avLst/>
              </a:prstGeom>
            </p:spPr>
          </p:pic>
        </p:grpSp>
        <p:pic>
          <p:nvPicPr>
            <p:cNvPr id="23" name="그림 22" descr="패턴, 사각형, 예술, 직사각형이(가) 표시된 사진&#10;&#10;AI 생성 콘텐츠는 정확하지 않을 수 있습니다.">
              <a:extLst>
                <a:ext uri="{FF2B5EF4-FFF2-40B4-BE49-F238E27FC236}">
                  <a16:creationId xmlns:a16="http://schemas.microsoft.com/office/drawing/2014/main" id="{BF4FB645-AFDC-16E6-D5AF-D74A724072E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5400000">
              <a:off x="5016962" y="3221917"/>
              <a:ext cx="685799" cy="685799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50930073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5B1FB1-BCE7-68E4-5863-F96D167018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그룹 9">
            <a:extLst>
              <a:ext uri="{FF2B5EF4-FFF2-40B4-BE49-F238E27FC236}">
                <a16:creationId xmlns:a16="http://schemas.microsoft.com/office/drawing/2014/main" id="{9A1E47D0-7232-016F-B1DA-1D38A04F477B}"/>
              </a:ext>
            </a:extLst>
          </p:cNvPr>
          <p:cNvGrpSpPr/>
          <p:nvPr/>
        </p:nvGrpSpPr>
        <p:grpSpPr>
          <a:xfrm>
            <a:off x="1926417" y="817171"/>
            <a:ext cx="6181090" cy="6181090"/>
            <a:chOff x="1926417" y="817171"/>
            <a:chExt cx="6181090" cy="6181090"/>
          </a:xfrm>
        </p:grpSpPr>
        <p:grpSp>
          <p:nvGrpSpPr>
            <p:cNvPr id="2" name="그룹 1">
              <a:extLst>
                <a:ext uri="{FF2B5EF4-FFF2-40B4-BE49-F238E27FC236}">
                  <a16:creationId xmlns:a16="http://schemas.microsoft.com/office/drawing/2014/main" id="{AF634448-EC5B-3BD0-E221-3746102358AE}"/>
                </a:ext>
              </a:extLst>
            </p:cNvPr>
            <p:cNvGrpSpPr/>
            <p:nvPr/>
          </p:nvGrpSpPr>
          <p:grpSpPr>
            <a:xfrm>
              <a:off x="1926417" y="817171"/>
              <a:ext cx="6181090" cy="6181090"/>
              <a:chOff x="2016587" y="386641"/>
              <a:chExt cx="6181090" cy="6181090"/>
            </a:xfrm>
          </p:grpSpPr>
          <p:pic>
            <p:nvPicPr>
              <p:cNvPr id="4" name="Picture 2" descr="Stainless Steel Circular Plate, Thickness : &gt;5 mm at ₹ 230/kg in Bhopal">
                <a:extLst>
                  <a:ext uri="{FF2B5EF4-FFF2-40B4-BE49-F238E27FC236}">
                    <a16:creationId xmlns:a16="http://schemas.microsoft.com/office/drawing/2014/main" id="{10228DF3-B604-F6A1-AE7E-C407253CD2E4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016587" y="386641"/>
                <a:ext cx="6181090" cy="618109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5" name="그림 4" descr="패턴, 사각형, 예술, 직사각형이(가) 표시된 사진&#10;&#10;AI 생성 콘텐츠는 정확하지 않을 수 있습니다.">
                <a:extLst>
                  <a:ext uri="{FF2B5EF4-FFF2-40B4-BE49-F238E27FC236}">
                    <a16:creationId xmlns:a16="http://schemas.microsoft.com/office/drawing/2014/main" id="{5613B4D5-84C3-CAD8-F5AC-DB95F3E44C6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117254" y="1453160"/>
                <a:ext cx="685799" cy="685799"/>
              </a:xfrm>
              <a:prstGeom prst="rect">
                <a:avLst/>
              </a:prstGeom>
            </p:spPr>
          </p:pic>
        </p:grpSp>
        <p:pic>
          <p:nvPicPr>
            <p:cNvPr id="8" name="그림 7" descr="패턴, 사각형, 예술, 직사각형이(가) 표시된 사진&#10;&#10;AI 생성 콘텐츠는 정확하지 않을 수 있습니다.">
              <a:extLst>
                <a:ext uri="{FF2B5EF4-FFF2-40B4-BE49-F238E27FC236}">
                  <a16:creationId xmlns:a16="http://schemas.microsoft.com/office/drawing/2014/main" id="{3D3F4E8C-A531-292A-C12F-B3FD1076217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3555484">
              <a:off x="4769758" y="3094820"/>
              <a:ext cx="685799" cy="685799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71701745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388</TotalTime>
  <Words>0</Words>
  <Application>Microsoft Office PowerPoint</Application>
  <PresentationFormat>와이드스크린</PresentationFormat>
  <Paragraphs>0</Paragraphs>
  <Slides>3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</vt:i4>
      </vt:variant>
    </vt:vector>
  </HeadingPairs>
  <TitlesOfParts>
    <vt:vector size="6" baseType="lpstr"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주현 문</dc:creator>
  <cp:lastModifiedBy>주현 문</cp:lastModifiedBy>
  <cp:revision>5</cp:revision>
  <dcterms:created xsi:type="dcterms:W3CDTF">2026-02-03T08:29:43Z</dcterms:created>
  <dcterms:modified xsi:type="dcterms:W3CDTF">2026-02-05T07:58:03Z</dcterms:modified>
</cp:coreProperties>
</file>