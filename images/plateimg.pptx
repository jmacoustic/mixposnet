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39AC4-BFFD-EF41-4989-27D0FB27C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716768-84B1-5AEC-7CA9-B67716974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280D8D-0957-254B-6127-2A7B4A32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6C1229-B011-942F-D716-A1A6459F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6C3C73-96D7-CBD8-BE14-1809EDB5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13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E97D5-E891-1766-B3FE-51204CA7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59B35-8525-57C1-387C-42F273644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1F056D-8322-7FB8-0363-9301D39C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9E5B52-9522-257B-1F31-CEB9F81B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AB54BC-4250-9A17-2A0E-5202BC8D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3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BBB24-95FD-4A2D-7D38-419DE2B4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B7003C-57BE-D21A-9BD2-4F629122C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35E42-7997-3DF6-175C-047D2DD1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F2125A-E1FC-C00A-C822-4CC1D2E0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EF891-2FBB-907B-6B52-7E839BBC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45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26BF8-034A-01C9-2D58-983845C2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9ACDA1-F43E-FEEB-E2FF-EC6924EF5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D69B04-B039-1013-0499-B10CF9286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30FCFE-0E81-B917-0659-87AFF47F1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DB4582-945A-0079-47EA-501B3BBD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337726-966A-0345-E06B-211BD24A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92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060C5-1BB9-F04B-5C33-ECB2EB8E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DF9098-D532-BC3D-6CCC-E2314EF0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042774-04D0-9804-7D3D-B63C5FEF9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870D98-D6B8-F4A7-7222-0C3D20D13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80D69A-DAF9-ABCB-3881-59444FB32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87822B-9626-E8F7-4564-AFEFC85F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DAA5B9-F0D4-C897-0FB1-AB5FA9B8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3ED483-43B1-7BDF-086F-B1D5DE3C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76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8B2BF-3A73-5FE9-BFC9-0C73F4AA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DCEBAB-BE70-9A13-961C-988ECB1B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855DD6-87A7-F897-C53E-DD8EE6A5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E894B6-B720-4DE4-819B-114742B2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03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876CCC-A494-1A93-23CA-3F46EE30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0332A7-DF3F-071A-A228-AC18F4E2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F3DE6-746A-D979-3136-4A8F795E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847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BA1AA-9099-7846-38B2-F3EE5ED7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97DC14-0C72-521A-6B30-B312D5A4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FF830-86CE-00F9-27B7-5B3AC3835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0647E-D1E3-083B-C956-11105193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12DC1-4FAE-4705-8841-A7AB3A8A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032255-D2A3-F04E-5CF0-67BF4D6C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45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45BA8-5D0C-FE8C-A038-10A29592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D94CD5-61BC-F306-1B5A-BFA91DCFD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EA899-FB70-46B2-B4B8-E5BB5ADF3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3A4CFB-2673-92C7-FC53-A43F4309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82B260-2FA2-7226-8644-DA6983B3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FD3466-C785-C525-EA12-DDC23049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97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38345-C51C-B351-AEDB-3A94C6E3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AE724-D1B9-0D20-F848-C4F4331FF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2C835-986F-07FD-5BA9-27001DB9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E121F-D67C-820B-5472-5D4E8477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C0E5B2-DB33-466A-384E-B5B921D7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F90588-A72A-1C8F-E2D3-0E0C3C63F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D29EF2-4C54-B5AF-F39D-237003A78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3F068-D07D-0865-427B-9C6E78D8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1C128-F246-B64D-02C2-9640E2C2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A47E7C-4040-B198-B9DC-43B8DB83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69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83D87C-9B5D-4AC8-9B57-6CDB001A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D942C2-61AA-6D1B-A6CC-59E368F02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3EFFE-C066-70D2-5D56-4A3F76F07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32FE93-FCEC-D6DE-BEB7-7B2FEA815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387D0-7E6D-DF3F-B654-E59D4D8FB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673D-ECE2-D3C7-A261-D10814E2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38E2D844-8503-BF03-983B-39951C903EC4}"/>
              </a:ext>
            </a:extLst>
          </p:cNvPr>
          <p:cNvGrpSpPr/>
          <p:nvPr/>
        </p:nvGrpSpPr>
        <p:grpSpPr>
          <a:xfrm>
            <a:off x="1821197" y="547563"/>
            <a:ext cx="6153563" cy="3454619"/>
            <a:chOff x="561357" y="446186"/>
            <a:chExt cx="6153563" cy="345461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24A1F33-E87D-6121-41DF-00CE1BA367E5}"/>
                </a:ext>
              </a:extLst>
            </p:cNvPr>
            <p:cNvGrpSpPr/>
            <p:nvPr/>
          </p:nvGrpSpPr>
          <p:grpSpPr>
            <a:xfrm>
              <a:off x="687683" y="446186"/>
              <a:ext cx="1459315" cy="1473452"/>
              <a:chOff x="557055" y="919049"/>
              <a:chExt cx="1459315" cy="1473452"/>
            </a:xfrm>
          </p:grpSpPr>
          <p:pic>
            <p:nvPicPr>
              <p:cNvPr id="16" name="그림 15" descr="패턴, 사각형, 예술, 직사각형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4EEA73F-ADD9-82C4-CE9F-296109F41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371" y="919049"/>
                <a:ext cx="730899" cy="730899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F79323-726D-E9EF-31F2-E90BA36F8699}"/>
                  </a:ext>
                </a:extLst>
              </p:cNvPr>
              <p:cNvSpPr txBox="1"/>
              <p:nvPr/>
            </p:nvSpPr>
            <p:spPr>
              <a:xfrm>
                <a:off x="557055" y="2023169"/>
                <a:ext cx="14593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position1</a:t>
                </a:r>
                <a:endParaRPr lang="ko-KR" altLang="en-US" dirty="0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A7BBB7B-2689-B59D-3147-EA28A44C4CC4}"/>
                </a:ext>
              </a:extLst>
            </p:cNvPr>
            <p:cNvGrpSpPr/>
            <p:nvPr/>
          </p:nvGrpSpPr>
          <p:grpSpPr>
            <a:xfrm>
              <a:off x="2886447" y="460745"/>
              <a:ext cx="1459315" cy="1458893"/>
              <a:chOff x="792929" y="3712728"/>
              <a:chExt cx="1459315" cy="1458893"/>
            </a:xfrm>
          </p:grpSpPr>
          <p:pic>
            <p:nvPicPr>
              <p:cNvPr id="23" name="그림 22" descr="패턴, 사각형, 예술, 직사각형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F4C42E6-AE6B-954E-0717-0496EE8000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3178" y="3712728"/>
                <a:ext cx="730898" cy="730898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C307E3-B30C-F2AB-95AE-C7E046E25862}"/>
                  </a:ext>
                </a:extLst>
              </p:cNvPr>
              <p:cNvSpPr txBox="1"/>
              <p:nvPr/>
            </p:nvSpPr>
            <p:spPr>
              <a:xfrm>
                <a:off x="792929" y="4802289"/>
                <a:ext cx="14593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position2</a:t>
                </a:r>
                <a:endParaRPr lang="ko-KR" altLang="en-US" dirty="0"/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0781456-C3C7-20C4-6799-B9B09157D878}"/>
                </a:ext>
              </a:extLst>
            </p:cNvPr>
            <p:cNvGrpSpPr/>
            <p:nvPr/>
          </p:nvGrpSpPr>
          <p:grpSpPr>
            <a:xfrm>
              <a:off x="5255605" y="446187"/>
              <a:ext cx="1459315" cy="1458893"/>
              <a:chOff x="6189925" y="3587637"/>
              <a:chExt cx="1459315" cy="1458893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9A9B8F1F-2D60-851A-D30E-D09327E98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40994" y="3587637"/>
                <a:ext cx="730898" cy="730898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C52353-AFA9-51BA-7873-8D07273B2FAB}"/>
                  </a:ext>
                </a:extLst>
              </p:cNvPr>
              <p:cNvSpPr txBox="1"/>
              <p:nvPr/>
            </p:nvSpPr>
            <p:spPr>
              <a:xfrm>
                <a:off x="6189925" y="4677198"/>
                <a:ext cx="14593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position3</a:t>
                </a:r>
                <a:endParaRPr lang="ko-KR" altLang="en-US" dirty="0"/>
              </a:p>
            </p:txBody>
          </p:sp>
        </p:grpSp>
        <p:pic>
          <p:nvPicPr>
            <p:cNvPr id="12" name="그림 11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64B03C4-7D50-F643-3F97-D14991ED7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480" y="2589496"/>
              <a:ext cx="879198" cy="87919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9366F5-C892-56C2-5439-A8C6B1F79C62}"/>
                </a:ext>
              </a:extLst>
            </p:cNvPr>
            <p:cNvSpPr txBox="1"/>
            <p:nvPr/>
          </p:nvSpPr>
          <p:spPr>
            <a:xfrm>
              <a:off x="561357" y="3483253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position1</a:t>
              </a:r>
              <a:endParaRPr lang="ko-KR" altLang="en-US" dirty="0"/>
            </a:p>
          </p:txBody>
        </p:sp>
        <p:pic>
          <p:nvPicPr>
            <p:cNvPr id="15" name="그림 1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41BFD7A-4A15-A208-1DEA-BE923E32C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953" y="2604054"/>
              <a:ext cx="879197" cy="87919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BDFC1D-5ABB-ABA1-F58E-F9C2096D517D}"/>
                </a:ext>
              </a:extLst>
            </p:cNvPr>
            <p:cNvSpPr txBox="1"/>
            <p:nvPr/>
          </p:nvSpPr>
          <p:spPr>
            <a:xfrm>
              <a:off x="2712487" y="3518448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position2</a:t>
              </a:r>
              <a:endParaRPr lang="ko-KR" altLang="en-US" dirty="0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9A7126A4-39E2-A25B-F03A-BBEDBF1AF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8435" y="2604054"/>
              <a:ext cx="879197" cy="87919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60EDA60-ADC2-F933-13A7-7557851DF574}"/>
                </a:ext>
              </a:extLst>
            </p:cNvPr>
            <p:cNvSpPr txBox="1"/>
            <p:nvPr/>
          </p:nvSpPr>
          <p:spPr>
            <a:xfrm>
              <a:off x="5255604" y="3531473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position3</a:t>
              </a:r>
              <a:endParaRPr lang="ko-KR" altLang="en-US" dirty="0"/>
            </a:p>
          </p:txBody>
        </p:sp>
      </p:grpSp>
      <p:pic>
        <p:nvPicPr>
          <p:cNvPr id="24" name="그림 23" descr="패턴, 사각형, 예술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9058A6-C503-AA6E-31C9-337B915A9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321" y="4765709"/>
            <a:ext cx="597406" cy="59740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E63878-4D45-77A7-995A-33F1C006B2FA}"/>
              </a:ext>
            </a:extLst>
          </p:cNvPr>
          <p:cNvSpPr txBox="1"/>
          <p:nvPr/>
        </p:nvSpPr>
        <p:spPr>
          <a:xfrm>
            <a:off x="1848004" y="5736336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position1</a:t>
            </a:r>
            <a:endParaRPr lang="ko-KR" altLang="en-US" dirty="0"/>
          </a:p>
        </p:txBody>
      </p:sp>
      <p:pic>
        <p:nvPicPr>
          <p:cNvPr id="26" name="그림 25" descr="패턴, 사각형, 예술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B2B28D-748F-35E6-567D-565B4A458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017" y="4780267"/>
            <a:ext cx="597405" cy="59740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0F4E567-31BC-26E9-D45C-78B3BE3CE011}"/>
              </a:ext>
            </a:extLst>
          </p:cNvPr>
          <p:cNvSpPr txBox="1"/>
          <p:nvPr/>
        </p:nvSpPr>
        <p:spPr>
          <a:xfrm>
            <a:off x="4046768" y="5736336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position2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4318CAD-D670-1C28-C8DB-F4B7D4707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995" y="4765709"/>
            <a:ext cx="597405" cy="59740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4D4CF7D-9DD1-3FE9-9F0D-A9F7343E3EF8}"/>
              </a:ext>
            </a:extLst>
          </p:cNvPr>
          <p:cNvSpPr txBox="1"/>
          <p:nvPr/>
        </p:nvSpPr>
        <p:spPr>
          <a:xfrm>
            <a:off x="6415926" y="5721778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1747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12FC-A9D0-D806-9D46-FDA8B6AE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912B0CD5-6FD3-4138-DB5E-94D2A7C96250}"/>
              </a:ext>
            </a:extLst>
          </p:cNvPr>
          <p:cNvGrpSpPr/>
          <p:nvPr/>
        </p:nvGrpSpPr>
        <p:grpSpPr>
          <a:xfrm>
            <a:off x="1821197" y="1637125"/>
            <a:ext cx="6153563" cy="2365057"/>
            <a:chOff x="561357" y="1535748"/>
            <a:chExt cx="6153563" cy="236505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CAC3F9-D41B-ABB3-A2A6-5EC9A0983767}"/>
                </a:ext>
              </a:extLst>
            </p:cNvPr>
            <p:cNvSpPr txBox="1"/>
            <p:nvPr/>
          </p:nvSpPr>
          <p:spPr>
            <a:xfrm>
              <a:off x="687683" y="1550306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position1</a:t>
              </a:r>
              <a:endParaRPr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8A88CB-6143-93CD-DF68-2E592A36864D}"/>
                </a:ext>
              </a:extLst>
            </p:cNvPr>
            <p:cNvSpPr txBox="1"/>
            <p:nvPr/>
          </p:nvSpPr>
          <p:spPr>
            <a:xfrm>
              <a:off x="2886447" y="1550306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position2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33A22F-6E80-BB9C-AA95-6CE9F64A8617}"/>
                </a:ext>
              </a:extLst>
            </p:cNvPr>
            <p:cNvSpPr txBox="1"/>
            <p:nvPr/>
          </p:nvSpPr>
          <p:spPr>
            <a:xfrm>
              <a:off x="5255605" y="1535748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position3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3C06D7-FBA8-DA2E-F9D3-073759FCCBF2}"/>
                </a:ext>
              </a:extLst>
            </p:cNvPr>
            <p:cNvSpPr txBox="1"/>
            <p:nvPr/>
          </p:nvSpPr>
          <p:spPr>
            <a:xfrm>
              <a:off x="561357" y="3483253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position1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C99FDD-DDE5-105B-F6ED-6B956393DB02}"/>
                </a:ext>
              </a:extLst>
            </p:cNvPr>
            <p:cNvSpPr txBox="1"/>
            <p:nvPr/>
          </p:nvSpPr>
          <p:spPr>
            <a:xfrm>
              <a:off x="2712487" y="3518448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position2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730E00-EC7D-DB56-ABDA-E037A1004608}"/>
                </a:ext>
              </a:extLst>
            </p:cNvPr>
            <p:cNvSpPr txBox="1"/>
            <p:nvPr/>
          </p:nvSpPr>
          <p:spPr>
            <a:xfrm>
              <a:off x="5255604" y="3531473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position3</a:t>
              </a:r>
              <a:endParaRPr lang="ko-KR" alt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9C73539-0108-1981-26BE-6B0AE0C1B9D6}"/>
              </a:ext>
            </a:extLst>
          </p:cNvPr>
          <p:cNvSpPr txBox="1"/>
          <p:nvPr/>
        </p:nvSpPr>
        <p:spPr>
          <a:xfrm>
            <a:off x="1848004" y="5736336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position1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5D5AAB-D0A1-B40D-BEB7-BEC76E16AC68}"/>
              </a:ext>
            </a:extLst>
          </p:cNvPr>
          <p:cNvSpPr txBox="1"/>
          <p:nvPr/>
        </p:nvSpPr>
        <p:spPr>
          <a:xfrm>
            <a:off x="4046768" y="5736336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position2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2D9EED-ED33-6311-5FD3-3E49208E4112}"/>
              </a:ext>
            </a:extLst>
          </p:cNvPr>
          <p:cNvSpPr txBox="1"/>
          <p:nvPr/>
        </p:nvSpPr>
        <p:spPr>
          <a:xfrm>
            <a:off x="6415926" y="5721778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position3</a:t>
            </a:r>
            <a:endParaRPr lang="ko-KR" altLang="en-US" dirty="0"/>
          </a:p>
        </p:txBody>
      </p:sp>
      <p:pic>
        <p:nvPicPr>
          <p:cNvPr id="33" name="그림 32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444899-520F-F694-0852-7EDA0D815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942" y="599300"/>
            <a:ext cx="661975" cy="656542"/>
          </a:xfrm>
          <a:prstGeom prst="rect">
            <a:avLst/>
          </a:prstGeom>
        </p:spPr>
      </p:pic>
      <p:pic>
        <p:nvPicPr>
          <p:cNvPr id="35" name="그림 34" descr="직사각형, 상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4406D3-D8E2-45A3-BD8C-2C5FFA796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182" y="599300"/>
            <a:ext cx="657435" cy="656542"/>
          </a:xfrm>
          <a:prstGeom prst="rect">
            <a:avLst/>
          </a:prstGeom>
        </p:spPr>
      </p:pic>
      <p:pic>
        <p:nvPicPr>
          <p:cNvPr id="37" name="그림 36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272A34-72D0-3CAF-73DF-EB2D4F8C2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599300"/>
            <a:ext cx="660149" cy="656542"/>
          </a:xfrm>
          <a:prstGeom prst="rect">
            <a:avLst/>
          </a:prstGeom>
        </p:spPr>
      </p:pic>
      <p:pic>
        <p:nvPicPr>
          <p:cNvPr id="3" name="그림 2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DBB2B4-C156-4F97-741B-221F0C4BC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290" y="2502451"/>
            <a:ext cx="791280" cy="784786"/>
          </a:xfrm>
          <a:prstGeom prst="rect">
            <a:avLst/>
          </a:prstGeom>
        </p:spPr>
      </p:pic>
      <p:pic>
        <p:nvPicPr>
          <p:cNvPr id="5" name="그림 4" descr="직사각형, 상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1BB0E6-3A18-93A4-A632-4A1C762DC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523" y="2502451"/>
            <a:ext cx="785853" cy="784786"/>
          </a:xfrm>
          <a:prstGeom prst="rect">
            <a:avLst/>
          </a:prstGeom>
        </p:spPr>
      </p:pic>
      <p:pic>
        <p:nvPicPr>
          <p:cNvPr id="11" name="그림 10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B0A0CF-5C7E-AFCA-DC94-BA4067F1B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691" y="2502451"/>
            <a:ext cx="789098" cy="784786"/>
          </a:xfrm>
          <a:prstGeom prst="rect">
            <a:avLst/>
          </a:prstGeom>
        </p:spPr>
      </p:pic>
      <p:pic>
        <p:nvPicPr>
          <p:cNvPr id="14" name="그림 13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AE1DD8-177A-2B09-3D80-CB0AE40AD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53" y="4851064"/>
            <a:ext cx="546803" cy="542315"/>
          </a:xfrm>
          <a:prstGeom prst="rect">
            <a:avLst/>
          </a:prstGeom>
        </p:spPr>
      </p:pic>
      <p:pic>
        <p:nvPicPr>
          <p:cNvPr id="18" name="그림 17" descr="직사각형, 상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B75BA8-D248-7ED6-D3C7-138C98126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40" y="4851544"/>
            <a:ext cx="543053" cy="542316"/>
          </a:xfrm>
          <a:prstGeom prst="rect">
            <a:avLst/>
          </a:prstGeom>
        </p:spPr>
      </p:pic>
      <p:pic>
        <p:nvPicPr>
          <p:cNvPr id="21" name="그림 20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C7B27D-280B-3598-6FCD-1ABED8AA6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4851544"/>
            <a:ext cx="545295" cy="54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5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DC56176A-B380-BA92-A0AB-3EC08B3BD051}"/>
              </a:ext>
            </a:extLst>
          </p:cNvPr>
          <p:cNvGrpSpPr/>
          <p:nvPr/>
        </p:nvGrpSpPr>
        <p:grpSpPr>
          <a:xfrm>
            <a:off x="1930400" y="579120"/>
            <a:ext cx="8585200" cy="6278880"/>
            <a:chOff x="1930400" y="579120"/>
            <a:chExt cx="8585200" cy="627888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339EB0D-4C0E-DFDF-654E-A9B825C76A67}"/>
                </a:ext>
              </a:extLst>
            </p:cNvPr>
            <p:cNvSpPr/>
            <p:nvPr/>
          </p:nvSpPr>
          <p:spPr>
            <a:xfrm>
              <a:off x="1930400" y="579120"/>
              <a:ext cx="8585200" cy="62788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 descr="직사각형, 상징, 사각형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CCA356C-4109-5F66-46D9-837CC90F6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0558" y="2647621"/>
              <a:ext cx="1564883" cy="15627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894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18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주현 문</dc:creator>
  <cp:lastModifiedBy>주현 문</cp:lastModifiedBy>
  <cp:revision>8</cp:revision>
  <dcterms:created xsi:type="dcterms:W3CDTF">2026-02-03T08:29:43Z</dcterms:created>
  <dcterms:modified xsi:type="dcterms:W3CDTF">2026-02-10T03:30:09Z</dcterms:modified>
</cp:coreProperties>
</file>