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6" d="100"/>
          <a:sy n="76" d="100"/>
        </p:scale>
        <p:origin x="90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39AC4-BFFD-EF41-4989-27D0FB27C6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716768-84B1-5AEC-7CA9-B67716974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C280D8D-0957-254B-6127-2A7B4A32A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6C1229-B011-942F-D716-A1A6459F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6C3C73-96D7-CBD8-BE14-1809EDB54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13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DE97D5-E891-1766-B3FE-51204CA75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E59B35-8525-57C1-387C-42F2736441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1F056D-8322-7FB8-0363-9301D39C0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9E5B52-9522-257B-1F31-CEB9F81B5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AB54BC-4250-9A17-2A0E-5202BC8D3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8318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4BBB24-95FD-4A2D-7D38-419DE2B4A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B7003C-57BE-D21A-9BD2-4F629122C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D35E42-7997-3DF6-175C-047D2DD19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F2125A-E1FC-C00A-C822-4CC1D2E08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6EF891-2FBB-907B-6B52-7E839BBC4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8458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26BF8-034A-01C9-2D58-983845C2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9ACDA1-F43E-FEEB-E2FF-EC6924EF51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7D69B04-B039-1013-0499-B10CF92868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30FCFE-0E81-B917-0659-87AFF47F1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B4582-945A-0079-47EA-501B3BBD7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337726-966A-0345-E06B-211BD24A0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92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060C5-1BB9-F04B-5C33-ECB2EB8EB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BDF9098-D532-BC3D-6CCC-E2314EF09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042774-04D0-9804-7D3D-B63C5FEF9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2870D98-D6B8-F4A7-7222-0C3D20D13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0D69A-DAF9-ABCB-3881-59444FB32A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A87822B-9626-E8F7-4564-AFEFC85F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DDAA5B9-F0D4-C897-0FB1-AB5FA9B8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B3ED483-43B1-7BDF-086F-B1D5DE3C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76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8B2BF-3A73-5FE9-BFC9-0C73F4AA2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DCEBAB-BE70-9A13-961C-988ECB1B9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855DD6-87A7-F897-C53E-DD8EE6A5A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5E894B6-B720-4DE4-819B-114742B2E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2703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1876CCC-A494-1A93-23CA-3F46EE30A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90332A7-DF3F-071A-A228-AC18F4E2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F3DE6-746A-D979-3136-4A8F795E9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847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4BA1AA-9099-7846-38B2-F3EE5ED70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97DC14-0C72-521A-6B30-B312D5A4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8FF830-86CE-00F9-27B7-5B3AC3835A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B0647E-D1E3-083B-C956-111051939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912DC1-4FAE-4705-8841-A7AB3A8AF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032255-D2A3-F04E-5CF0-67BF4D6C9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453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845BA8-5D0C-FE8C-A038-10A29592A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1D94CD5-61BC-F306-1B5A-BFA91DCFD7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FEA899-FB70-46B2-B4B8-E5BB5ADF3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3A4CFB-2673-92C7-FC53-A43F43098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282B260-2FA2-7226-8644-DA6983B36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FD3466-C785-C525-EA12-DDC230492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8970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438345-C51C-B351-AEDB-3A94C6E3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8EAE724-D1B9-0D20-F848-C4F4331FFF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82C835-986F-07FD-5BA9-27001DB95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5E121F-D67C-820B-5472-5D4E8477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C0E5B2-DB33-466A-384E-B5B921D72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682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9F90588-A72A-1C8F-E2D3-0E0C3C63FD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D29EF2-4C54-B5AF-F39D-237003A787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D3F068-D07D-0865-427B-9C6E78D81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E1C128-F246-B64D-02C2-9640E2C21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A47E7C-4040-B198-B9DC-43B8DB83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696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283D87C-9B5D-4AC8-9B57-6CDB001A6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0D942C2-61AA-6D1B-A6CC-59E368F02E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43EFFE-C066-70D2-5D56-4A3F76F07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35FB5-0B67-45F6-8A0D-BF174DE11C7A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32FE93-FCEC-D6DE-BEB7-7B2FEA8150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4387D0-7E6D-DF3F-B654-E59D4D8FB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70F90-0BC4-4D11-87AF-B973F9B881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047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2673D-ECE2-D3C7-A261-D10814E20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그룹 21">
            <a:extLst>
              <a:ext uri="{FF2B5EF4-FFF2-40B4-BE49-F238E27FC236}">
                <a16:creationId xmlns:a16="http://schemas.microsoft.com/office/drawing/2014/main" id="{38E2D844-8503-BF03-983B-39951C903EC4}"/>
              </a:ext>
            </a:extLst>
          </p:cNvPr>
          <p:cNvGrpSpPr/>
          <p:nvPr/>
        </p:nvGrpSpPr>
        <p:grpSpPr>
          <a:xfrm>
            <a:off x="891999" y="446186"/>
            <a:ext cx="9878214" cy="5595153"/>
            <a:chOff x="891999" y="446186"/>
            <a:chExt cx="9878214" cy="5595153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B24A1F33-E87D-6121-41DF-00CE1BA367E5}"/>
                </a:ext>
              </a:extLst>
            </p:cNvPr>
            <p:cNvGrpSpPr/>
            <p:nvPr/>
          </p:nvGrpSpPr>
          <p:grpSpPr>
            <a:xfrm>
              <a:off x="891999" y="446186"/>
              <a:ext cx="1559799" cy="1753868"/>
              <a:chOff x="761371" y="919049"/>
              <a:chExt cx="1559799" cy="1753868"/>
            </a:xfrm>
          </p:grpSpPr>
          <p:pic>
            <p:nvPicPr>
              <p:cNvPr id="16" name="그림 15" descr="패턴, 사각형, 예술, 직사각형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EEA73F-ADD9-82C4-CE9F-296109F418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371" y="919049"/>
                <a:ext cx="1384536" cy="1384536"/>
              </a:xfrm>
              <a:prstGeom prst="rect">
                <a:avLst/>
              </a:prstGeom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EF79323-726D-E9EF-31F2-E90BA36F8699}"/>
                  </a:ext>
                </a:extLst>
              </p:cNvPr>
              <p:cNvSpPr txBox="1"/>
              <p:nvPr/>
            </p:nvSpPr>
            <p:spPr>
              <a:xfrm>
                <a:off x="861855" y="2303585"/>
                <a:ext cx="14593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position1</a:t>
                </a:r>
                <a:endParaRPr lang="ko-KR" altLang="en-US" dirty="0"/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A7BBB7B-2689-B59D-3147-EA28A44C4CC4}"/>
                </a:ext>
              </a:extLst>
            </p:cNvPr>
            <p:cNvGrpSpPr/>
            <p:nvPr/>
          </p:nvGrpSpPr>
          <p:grpSpPr>
            <a:xfrm>
              <a:off x="3286968" y="446186"/>
              <a:ext cx="1596530" cy="1753867"/>
              <a:chOff x="1193450" y="3698169"/>
              <a:chExt cx="1596530" cy="1753867"/>
            </a:xfrm>
          </p:grpSpPr>
          <p:pic>
            <p:nvPicPr>
              <p:cNvPr id="23" name="그림 22" descr="패턴, 사각형, 예술, 직사각형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F4C42E6-AE6B-954E-0717-0496EE8000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93450" y="3698169"/>
                <a:ext cx="1384535" cy="1384535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6C307E3-B30C-F2AB-95AE-C7E046E25862}"/>
                  </a:ext>
                </a:extLst>
              </p:cNvPr>
              <p:cNvSpPr txBox="1"/>
              <p:nvPr/>
            </p:nvSpPr>
            <p:spPr>
              <a:xfrm>
                <a:off x="1330665" y="5082704"/>
                <a:ext cx="14593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position2</a:t>
                </a:r>
                <a:endParaRPr lang="ko-KR" altLang="en-US" dirty="0"/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80781456-C3C7-20C4-6799-B9B09157D878}"/>
                </a:ext>
              </a:extLst>
            </p:cNvPr>
            <p:cNvGrpSpPr/>
            <p:nvPr/>
          </p:nvGrpSpPr>
          <p:grpSpPr>
            <a:xfrm>
              <a:off x="5506673" y="446186"/>
              <a:ext cx="1565756" cy="1753867"/>
              <a:chOff x="6440993" y="3587636"/>
              <a:chExt cx="1565756" cy="1753867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9A9B8F1F-2D60-851A-D30E-D09327E98A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40993" y="3587636"/>
                <a:ext cx="1384535" cy="1384535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C52353-AFA9-51BA-7873-8D07273B2FAB}"/>
                  </a:ext>
                </a:extLst>
              </p:cNvPr>
              <p:cNvSpPr txBox="1"/>
              <p:nvPr/>
            </p:nvSpPr>
            <p:spPr>
              <a:xfrm>
                <a:off x="6547434" y="4972171"/>
                <a:ext cx="14593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position3</a:t>
                </a:r>
                <a:endParaRPr lang="ko-KR" altLang="en-US" dirty="0"/>
              </a:p>
            </p:txBody>
          </p:sp>
        </p:grpSp>
        <p:pic>
          <p:nvPicPr>
            <p:cNvPr id="12" name="그림 11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64B03C4-7D50-F643-3F97-D14991ED7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999" y="3090578"/>
              <a:ext cx="2550146" cy="2550146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9366F5-C892-56C2-5439-A8C6B1F79C62}"/>
                </a:ext>
              </a:extLst>
            </p:cNvPr>
            <p:cNvSpPr txBox="1"/>
            <p:nvPr/>
          </p:nvSpPr>
          <p:spPr>
            <a:xfrm>
              <a:off x="1546877" y="5640723"/>
              <a:ext cx="14593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position1</a:t>
              </a:r>
              <a:endParaRPr lang="ko-KR" altLang="en-US" dirty="0"/>
            </a:p>
          </p:txBody>
        </p:sp>
        <p:pic>
          <p:nvPicPr>
            <p:cNvPr id="15" name="그림 1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41BFD7A-4A15-A208-1DEA-BE923E32CC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6035" y="3090578"/>
              <a:ext cx="2550144" cy="2550144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FBDFC1D-5ABB-ABA1-F58E-F9C2096D517D}"/>
                </a:ext>
              </a:extLst>
            </p:cNvPr>
            <p:cNvSpPr txBox="1"/>
            <p:nvPr/>
          </p:nvSpPr>
          <p:spPr>
            <a:xfrm>
              <a:off x="5255606" y="5640722"/>
              <a:ext cx="14593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position2</a:t>
              </a:r>
              <a:endParaRPr lang="ko-KR" altLang="en-US" dirty="0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9A7126A4-39E2-A25B-F03A-BBEDBF1AF1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20069" y="3090578"/>
              <a:ext cx="2550144" cy="2550144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60EDA60-ADC2-F933-13A7-7557851DF574}"/>
                </a:ext>
              </a:extLst>
            </p:cNvPr>
            <p:cNvSpPr txBox="1"/>
            <p:nvPr/>
          </p:nvSpPr>
          <p:spPr>
            <a:xfrm>
              <a:off x="9021240" y="5672007"/>
              <a:ext cx="14593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position3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21747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6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주현 문</dc:creator>
  <cp:lastModifiedBy>주현 문</cp:lastModifiedBy>
  <cp:revision>6</cp:revision>
  <dcterms:created xsi:type="dcterms:W3CDTF">2026-02-03T08:29:43Z</dcterms:created>
  <dcterms:modified xsi:type="dcterms:W3CDTF">2026-02-06T03:33:56Z</dcterms:modified>
</cp:coreProperties>
</file>