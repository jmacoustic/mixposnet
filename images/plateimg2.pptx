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39AC4-BFFD-EF41-4989-27D0FB27C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716768-84B1-5AEC-7CA9-B67716974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280D8D-0957-254B-6127-2A7B4A32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6C1229-B011-942F-D716-A1A6459FF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6C3C73-96D7-CBD8-BE14-1809EDB54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132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E97D5-E891-1766-B3FE-51204CA75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E59B35-8525-57C1-387C-42F273644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1F056D-8322-7FB8-0363-9301D39C0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9E5B52-9522-257B-1F31-CEB9F81B5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AB54BC-4250-9A17-2A0E-5202BC8D3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83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BBB24-95FD-4A2D-7D38-419DE2B4A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B7003C-57BE-D21A-9BD2-4F629122C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D35E42-7997-3DF6-175C-047D2DD19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F2125A-E1FC-C00A-C822-4CC1D2E0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6EF891-2FBB-907B-6B52-7E839BBC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458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26BF8-034A-01C9-2D58-983845C2B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9ACDA1-F43E-FEEB-E2FF-EC6924EF5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D69B04-B039-1013-0499-B10CF9286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30FCFE-0E81-B917-0659-87AFF47F1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DB4582-945A-0079-47EA-501B3BBD7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337726-966A-0345-E06B-211BD24A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922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8060C5-1BB9-F04B-5C33-ECB2EB8EB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DF9098-D532-BC3D-6CCC-E2314EF09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042774-04D0-9804-7D3D-B63C5FEF9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870D98-D6B8-F4A7-7222-0C3D20D13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80D69A-DAF9-ABCB-3881-59444FB32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87822B-9626-E8F7-4564-AFEFC85F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DDAA5B9-F0D4-C897-0FB1-AB5FA9B8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B3ED483-43B1-7BDF-086F-B1D5DE3C2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761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18B2BF-3A73-5FE9-BFC9-0C73F4AA2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0DCEBAB-BE70-9A13-961C-988ECB1B9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855DD6-87A7-F897-C53E-DD8EE6A5A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E894B6-B720-4DE4-819B-114742B2E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703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1876CCC-A494-1A93-23CA-3F46EE30A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0332A7-DF3F-071A-A228-AC18F4E29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CF3DE6-746A-D979-3136-4A8F795E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847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BA1AA-9099-7846-38B2-F3EE5ED70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97DC14-0C72-521A-6B30-B312D5A4A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8FF830-86CE-00F9-27B7-5B3AC3835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B0647E-D1E3-083B-C956-111051939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912DC1-4FAE-4705-8841-A7AB3A8AF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032255-D2A3-F04E-5CF0-67BF4D6C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453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845BA8-5D0C-FE8C-A038-10A29592A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1D94CD5-61BC-F306-1B5A-BFA91DCFD7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FEA899-FB70-46B2-B4B8-E5BB5ADF3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3A4CFB-2673-92C7-FC53-A43F43098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82B260-2FA2-7226-8644-DA6983B36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FD3466-C785-C525-EA12-DDC230492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97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438345-C51C-B351-AEDB-3A94C6E3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EAE724-D1B9-0D20-F848-C4F4331FF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82C835-986F-07FD-5BA9-27001DB95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5E121F-D67C-820B-5472-5D4E8477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C0E5B2-DB33-466A-384E-B5B921D72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68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9F90588-A72A-1C8F-E2D3-0E0C3C63FD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D29EF2-4C54-B5AF-F39D-237003A78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D3F068-D07D-0865-427B-9C6E78D81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E1C128-F246-B64D-02C2-9640E2C21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A47E7C-4040-B198-B9DC-43B8DB83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696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283D87C-9B5D-4AC8-9B57-6CDB001A6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D942C2-61AA-6D1B-A6CC-59E368F02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3EFFE-C066-70D2-5D56-4A3F76F07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35FB5-0B67-45F6-8A0D-BF174DE11C7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32FE93-FCEC-D6DE-BEB7-7B2FEA8150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4387D0-7E6D-DF3F-B654-E59D4D8FB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70F90-0BC4-4D11-87AF-B973F9B88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7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412FC-A9D0-D806-9D46-FDA8B6AE3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912B0CD5-6FD3-4138-DB5E-94D2A7C96250}"/>
              </a:ext>
            </a:extLst>
          </p:cNvPr>
          <p:cNvGrpSpPr/>
          <p:nvPr/>
        </p:nvGrpSpPr>
        <p:grpSpPr>
          <a:xfrm>
            <a:off x="1821197" y="1637125"/>
            <a:ext cx="6153563" cy="2365057"/>
            <a:chOff x="561357" y="1535748"/>
            <a:chExt cx="6153563" cy="236505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ACAC3F9-D41B-ABB3-A2A6-5EC9A0983767}"/>
                </a:ext>
              </a:extLst>
            </p:cNvPr>
            <p:cNvSpPr txBox="1"/>
            <p:nvPr/>
          </p:nvSpPr>
          <p:spPr>
            <a:xfrm>
              <a:off x="687683" y="1550306"/>
              <a:ext cx="145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position1</a:t>
              </a:r>
              <a:endParaRPr lang="ko-KR" alt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58A88CB-6143-93CD-DF68-2E592A36864D}"/>
                </a:ext>
              </a:extLst>
            </p:cNvPr>
            <p:cNvSpPr txBox="1"/>
            <p:nvPr/>
          </p:nvSpPr>
          <p:spPr>
            <a:xfrm>
              <a:off x="2886447" y="1550306"/>
              <a:ext cx="145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position2</a:t>
              </a:r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933A22F-6E80-BB9C-AA95-6CE9F64A8617}"/>
                </a:ext>
              </a:extLst>
            </p:cNvPr>
            <p:cNvSpPr txBox="1"/>
            <p:nvPr/>
          </p:nvSpPr>
          <p:spPr>
            <a:xfrm>
              <a:off x="5255605" y="1535748"/>
              <a:ext cx="145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position3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3C06D7-FBA8-DA2E-F9D3-073759FCCBF2}"/>
                </a:ext>
              </a:extLst>
            </p:cNvPr>
            <p:cNvSpPr txBox="1"/>
            <p:nvPr/>
          </p:nvSpPr>
          <p:spPr>
            <a:xfrm>
              <a:off x="561357" y="3483253"/>
              <a:ext cx="145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position1</a:t>
              </a:r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4C99FDD-DDE5-105B-F6ED-6B956393DB02}"/>
                </a:ext>
              </a:extLst>
            </p:cNvPr>
            <p:cNvSpPr txBox="1"/>
            <p:nvPr/>
          </p:nvSpPr>
          <p:spPr>
            <a:xfrm>
              <a:off x="2712487" y="3518448"/>
              <a:ext cx="145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position2</a:t>
              </a:r>
              <a:endParaRPr lang="ko-KR" alt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1730E00-EC7D-DB56-ABDA-E037A1004608}"/>
                </a:ext>
              </a:extLst>
            </p:cNvPr>
            <p:cNvSpPr txBox="1"/>
            <p:nvPr/>
          </p:nvSpPr>
          <p:spPr>
            <a:xfrm>
              <a:off x="5255604" y="3531473"/>
              <a:ext cx="145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position3</a:t>
              </a:r>
              <a:endParaRPr lang="ko-KR" altLang="en-US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9C73539-0108-1981-26BE-6B0AE0C1B9D6}"/>
              </a:ext>
            </a:extLst>
          </p:cNvPr>
          <p:cNvSpPr txBox="1"/>
          <p:nvPr/>
        </p:nvSpPr>
        <p:spPr>
          <a:xfrm>
            <a:off x="1848004" y="5736336"/>
            <a:ext cx="1459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position1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5D5AAB-D0A1-B40D-BEB7-BEC76E16AC68}"/>
              </a:ext>
            </a:extLst>
          </p:cNvPr>
          <p:cNvSpPr txBox="1"/>
          <p:nvPr/>
        </p:nvSpPr>
        <p:spPr>
          <a:xfrm>
            <a:off x="4046768" y="5736336"/>
            <a:ext cx="1459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position2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2D9EED-ED33-6311-5FD3-3E49208E4112}"/>
              </a:ext>
            </a:extLst>
          </p:cNvPr>
          <p:cNvSpPr txBox="1"/>
          <p:nvPr/>
        </p:nvSpPr>
        <p:spPr>
          <a:xfrm>
            <a:off x="6415926" y="5721778"/>
            <a:ext cx="1459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position3</a:t>
            </a:r>
            <a:endParaRPr lang="ko-KR" altLang="en-US" dirty="0"/>
          </a:p>
        </p:txBody>
      </p:sp>
      <p:pic>
        <p:nvPicPr>
          <p:cNvPr id="33" name="그림 32" descr="상징, 직사각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444899-520F-F694-0852-7EDA0D815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942" y="599300"/>
            <a:ext cx="661975" cy="656542"/>
          </a:xfrm>
          <a:prstGeom prst="rect">
            <a:avLst/>
          </a:prstGeom>
        </p:spPr>
      </p:pic>
      <p:pic>
        <p:nvPicPr>
          <p:cNvPr id="35" name="그림 34" descr="직사각형, 상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4406D3-D8E2-45A3-BD8C-2C5FFA7969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182" y="599300"/>
            <a:ext cx="657435" cy="656542"/>
          </a:xfrm>
          <a:prstGeom prst="rect">
            <a:avLst/>
          </a:prstGeom>
        </p:spPr>
      </p:pic>
      <p:pic>
        <p:nvPicPr>
          <p:cNvPr id="37" name="그림 36" descr="상징, 직사각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272A34-72D0-3CAF-73DF-EB2D4F8C2E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29" y="599300"/>
            <a:ext cx="660149" cy="656542"/>
          </a:xfrm>
          <a:prstGeom prst="rect">
            <a:avLst/>
          </a:prstGeom>
        </p:spPr>
      </p:pic>
      <p:pic>
        <p:nvPicPr>
          <p:cNvPr id="3" name="그림 2" descr="상징, 직사각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DBB2B4-C156-4F97-741B-221F0C4BC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290" y="2502451"/>
            <a:ext cx="791280" cy="784786"/>
          </a:xfrm>
          <a:prstGeom prst="rect">
            <a:avLst/>
          </a:prstGeom>
        </p:spPr>
      </p:pic>
      <p:pic>
        <p:nvPicPr>
          <p:cNvPr id="5" name="그림 4" descr="직사각형, 상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1BB0E6-3A18-93A4-A632-4A1C762DC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523" y="2502451"/>
            <a:ext cx="785853" cy="784786"/>
          </a:xfrm>
          <a:prstGeom prst="rect">
            <a:avLst/>
          </a:prstGeom>
        </p:spPr>
      </p:pic>
      <p:pic>
        <p:nvPicPr>
          <p:cNvPr id="11" name="그림 10" descr="상징, 직사각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B0A0CF-5C7E-AFCA-DC94-BA4067F1B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691" y="2502451"/>
            <a:ext cx="789098" cy="784786"/>
          </a:xfrm>
          <a:prstGeom prst="rect">
            <a:avLst/>
          </a:prstGeom>
        </p:spPr>
      </p:pic>
      <p:pic>
        <p:nvPicPr>
          <p:cNvPr id="14" name="그림 13" descr="상징, 직사각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AE1DD8-177A-2B09-3D80-CB0AE40AD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053" y="4851064"/>
            <a:ext cx="546803" cy="542315"/>
          </a:xfrm>
          <a:prstGeom prst="rect">
            <a:avLst/>
          </a:prstGeom>
        </p:spPr>
      </p:pic>
      <p:pic>
        <p:nvPicPr>
          <p:cNvPr id="18" name="그림 17" descr="직사각형, 상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B75BA8-D248-7ED6-D3C7-138C98126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640" y="4851544"/>
            <a:ext cx="543053" cy="542316"/>
          </a:xfrm>
          <a:prstGeom prst="rect">
            <a:avLst/>
          </a:prstGeom>
        </p:spPr>
      </p:pic>
      <p:pic>
        <p:nvPicPr>
          <p:cNvPr id="21" name="그림 20" descr="상징, 직사각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C7B27D-280B-3598-6FCD-1ABED8AA69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808" y="4851544"/>
            <a:ext cx="545295" cy="54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53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9</Words>
  <Application>Microsoft Office PowerPoint</Application>
  <PresentationFormat>와이드스크린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주현 문</dc:creator>
  <cp:lastModifiedBy>주현 문</cp:lastModifiedBy>
  <cp:revision>9</cp:revision>
  <cp:lastPrinted>2026-02-10T03:36:32Z</cp:lastPrinted>
  <dcterms:created xsi:type="dcterms:W3CDTF">2026-02-03T08:29:43Z</dcterms:created>
  <dcterms:modified xsi:type="dcterms:W3CDTF">2026-02-10T03:38:23Z</dcterms:modified>
</cp:coreProperties>
</file>